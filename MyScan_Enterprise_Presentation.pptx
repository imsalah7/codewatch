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ENTERPRISE SECURITY &amp; BENCHMARK REPORT</a:t>
            </a:r>
          </a:p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MyScan Enterprise (v3.0.1)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Architecture Analysis, Ground-Truth Verification, &amp; Multi-Engine Benchmarking</a:t>
            </a:r>
          </a:p>
          <a:p>
            <a:pPr>
              <a:defRPr sz="1200">
                <a:solidFill>
                  <a:srgbClr val="10B981"/>
                </a:solidFill>
                <a:latin typeface="Segoe UI"/>
              </a:defRPr>
            </a:pPr>
            <a:r>
              <a:t>SAST (47 Rules)  •  Secrets Engine (32 Patterns)  •  SCA Dependency Scanner  •  Next.js 16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Platform Status: Production Tested  |  Unit Tests: 574 Passed (100%)  |  Auditor: Independent AI Security Expert  |  Target: localhost:3000 &amp; localhost:8443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Enterprise Application Security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Alert Fatigue &amp; Noise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Legacy SAST tools generate massive volumes of false positives, causing developer fatigue and ignored security findings across enterprise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64592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Static vs Context Gap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Simple regex pattern matching cannot distinguish safe static literals from true user-controlled injection pathways or sanitize functions.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64592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Secret Sprawl Risk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Hardcoded cloud credentials, tokens, and database passwords frequently leak into version control manifests without entropy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64592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SCA Disconnect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Vulnerability management often runs detached from static code, leaving indirect dependency risks and CVE patch guidance uncoordinated.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Objectives &amp; Design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Core Strategic Objectives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High-Precision Taint &amp; SAST Engine: </a:t>
            </a:r>
            <a:r>
              <a:rPr sz="1200" b="0">
                <a:solidFill>
                  <a:srgbClr val="64748B"/>
                </a:solidFill>
                <a:latin typeface="Segoe UI"/>
              </a:rPr>
              <a:t>Eliminate bogus warnings through multi-stage semantic and AST validation before presenting findings.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Zero Clean-Corpus False Positives: </a:t>
            </a:r>
            <a:r>
              <a:rPr sz="1200" b="0">
                <a:solidFill>
                  <a:srgbClr val="64748B"/>
                </a:solidFill>
                <a:latin typeface="Segoe UI"/>
              </a:rPr>
              <a:t>Ensure clean, modern idiom code (parameterized queries, shell=False) passes with 0 false alarms.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Automated Secret Quarantine &amp; Masking: </a:t>
            </a:r>
            <a:r>
              <a:rPr sz="1200" b="0">
                <a:solidFill>
                  <a:srgbClr val="64748B"/>
                </a:solidFill>
                <a:latin typeface="Segoe UI"/>
              </a:rPr>
              <a:t>Detect high-entropy tokens and enforce non-leaking display modes (smart/masked) in CLI and web reports.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Standardized Compliance Reporting: </a:t>
            </a:r>
            <a:r>
              <a:rPr sz="1200" b="0">
                <a:solidFill>
                  <a:srgbClr val="64748B"/>
                </a:solidFill>
                <a:latin typeface="Segoe UI"/>
              </a:rPr>
              <a:t>Directly emit machine-readable SARIF 2.1.0, CycloneDX 1.5, SPDX 2.3, and executive HTML/Markdown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Target Design Specifications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Languages Supported: </a:t>
            </a:r>
            <a:r>
              <a:rPr sz="1200" b="0">
                <a:solidFill>
                  <a:srgbClr val="64748B"/>
                </a:solidFill>
                <a:latin typeface="Segoe UI"/>
              </a:rPr>
              <a:t>Python, JS, TS, React, Go, Java, PHP, C#, Rust, C/C++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Rule Coverage: </a:t>
            </a:r>
            <a:r>
              <a:rPr sz="1200" b="0">
                <a:solidFill>
                  <a:srgbClr val="64748B"/>
                </a:solidFill>
                <a:latin typeface="Segoe UI"/>
              </a:rPr>
              <a:t>47 Security Rules (SEC001-047), 10 Quality Rules (QLT001-010)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Secret Coverage: </a:t>
            </a:r>
            <a:r>
              <a:rPr sz="1200" b="0">
                <a:solidFill>
                  <a:srgbClr val="64748B"/>
                </a:solidFill>
                <a:latin typeface="Segoe UI"/>
              </a:rPr>
              <a:t>32 Provider Patterns (AWS, GitHub, Slack, Stripe, JWT, OpenAI)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SCA Package Managers: </a:t>
            </a:r>
            <a:r>
              <a:rPr sz="1200" b="0">
                <a:solidFill>
                  <a:srgbClr val="64748B"/>
                </a:solidFill>
                <a:latin typeface="Segoe UI"/>
              </a:rPr>
              <a:t>pip, npm, yarn, cargo, go modules, bundler, maven, gradle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Execution Performance: </a:t>
            </a:r>
            <a:r>
              <a:rPr sz="1200" b="0">
                <a:solidFill>
                  <a:srgbClr val="64748B"/>
                </a:solidFill>
                <a:latin typeface="Segoe UI"/>
              </a:rPr>
              <a:t>&lt;0.1s scan execution on test fixtures; parallel file workers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Persistence: </a:t>
            </a:r>
            <a:r>
              <a:rPr sz="1200" b="0">
                <a:solidFill>
                  <a:srgbClr val="64748B"/>
                </a:solidFill>
                <a:latin typeface="Segoe UI"/>
              </a:rPr>
              <a:t>Thread-safe SQLite WAL mode with full triage state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Architecture: Multi-Tier Inspection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Next.js 16 UI (:3000)</a:t>
            </a:r>
            <a:br/>
            <a:r>
              <a:t>React 19 / Tailwind CSS</a:t>
            </a:r>
            <a:br/>
            <a:r>
              <a:t>Real-time Dashboard &amp;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CLI Utility (myscan)</a:t>
            </a:r>
            <a:br/>
            <a:r>
              <a:t>Direct terminal interface</a:t>
            </a:r>
            <a:br/>
            <a:r>
              <a:t>Automated CI/CD exit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9144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REST API &amp; Auth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80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Waitress WSGI Server (:8443)</a:t>
            </a:r>
            <a:br/>
            <a:r>
              <a:t>Flask REST API endpoints</a:t>
            </a:r>
            <a:br/>
            <a:r>
              <a:t>Rate-limiting (300 req/min)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80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Security Middleware</a:t>
            </a:r>
            <a:br/>
            <a:r>
              <a:t>SSRF url validation</a:t>
            </a:r>
            <a:br/>
            <a:r>
              <a:t>API Key Auth &amp; CORS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9144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Multi-Engine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Pattern &amp; Regex Engine</a:t>
            </a:r>
            <a:br/>
            <a:r>
              <a:t>32 Secret + 47 Security rules</a:t>
            </a:r>
            <a:br/>
            <a:r>
              <a:t>Validation &amp; Severity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023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Enterprise AST Pipeline</a:t>
            </a:r>
            <a:br/>
            <a:r>
              <a:t>Tree-sitter AST &amp; Call Graph</a:t>
            </a:r>
            <a:br/>
            <a:r>
              <a:t>Taint analysis &amp; reachability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74920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4. Storage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166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SQLite WAL Database</a:t>
            </a:r>
            <a:br/>
            <a:r>
              <a:t>Scans, Findings, FindingState</a:t>
            </a:r>
            <a:br/>
            <a:r>
              <a:t>Audit trails &amp; user 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166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Export Generators</a:t>
            </a:r>
            <a:br/>
            <a:r>
              <a:t>SARIF 2.1.0, CycloneDX 1.5</a:t>
            </a:r>
            <a:br/>
            <a:r>
              <a:t>JSON, CSV, Markdown, 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Production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Backend &amp;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Python 3.11 / 3.13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High-performance scan runtime with typing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Waitress WSGI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Production multi-threaded HTTP server (16 workers)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Flask REST API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Modular endpoints for scans, triage, and stats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SQLite WAL Mode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Zero-config embedded store with concurrent reads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56032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Analysis &amp;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Tree-sitter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Grammar-based AST parser across 10 languages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Shannon Entropy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Calculates random string density for secrets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NetworkX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Call graph traversal and sink reachability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Semver Engine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Specifier bound resolver (&lt;, &lt;=, ~=, ^, ==)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603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Modern Web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Next.js 16 (App Router)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React 19 framework with SSR proxy routing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Tailwind CSS v4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High-performance tokenized styling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Framer Motion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Fluid interactive animations and wizard states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Recharts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Interactive KPI charts, radars, and score rings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45920"/>
            <a:ext cx="25603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Standards &amp;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SARIF 2.1.0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OASIS Static Analysis Results Interchange Format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CycloneDX / SPDX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Enterprise Software Bill of Materials (SBOM)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LLM Integration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Optional OpenAI, Anthropic, Gemini remediation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Docker &amp; Compose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Containerized microservice packaging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Core Detection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Vulnerability Scanner (SAST)</a:t>
            </a:r>
          </a:p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47 Security Rules (SEC001-SEC047)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Detects SQLi (CWE-89), OS Command Injection (CWE-78), Code Injection (CWE-94), XSS (CWE-79), Path Traversal (CWE-22), SSRF (CWE-918), Insecure Deserialization (CWE-502), and Weak Cryptography (CWE-327/328/916).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2148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Secret Detection Engine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32 Signatures + Shannon Entropy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Uncovers cloud keys (AWS, Azure, GCP), provider tokens (GitHub, Slack, Stripe, OpenAI), JWTs, RSA private keys, and high-entropy database connection strings with automated placeholder suppression.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91440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Dependency Scanner (SCA)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 Package Manifest Formats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Parses requirements.txt, pyproject.toml, package.json, go.sum, and Cargo.lock with offline CVE matching, semver range evaluations, and automated fixed-version remediation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77639"/>
            <a:ext cx="91440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Validation &amp; Severity Gates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Noise &amp; False Positive Filter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Multi-stage validation engine detects safe patterns (constant literals, safe subprocess parameters, parameterized SQL) and automatically demotes low-confidence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Multi-Phase Detection &amp; Validation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81328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1: Ingestion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Target traversal, path filtering (.gitignore/vendor skip), file size enforcement, language identification.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599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1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2: Multi-Scanning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Parallel execution across SecurityScanner, SecretsScanner, QualityScanner, and DependencyScanner.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3872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3: Validation Engine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Taint verification, constant argument analysis, placeholder rejection, entropy check, credential strength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10144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4: Deduplication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Clustering identical findings across lines/functions into a primary fingerprint with occurrence counting.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86416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86416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5: Reporting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Applying secret display mode (smart/masked/full), generating SARIF, JSON, HTML, and calculating repository risk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Controlled Independent Security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Audit Methodology &amp; Verification Suite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574 Automated Test Cases: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Verified passing unit, integration, and security tests in 29.85s.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Built-in Benchmark Corpus: </a:t>
            </a:r>
            <a:r>
              <a:rPr sz="1100" b="0">
                <a:solidFill>
                  <a:srgbClr val="64748B"/>
                </a:solidFill>
                <a:latin typeface="Segoe UI"/>
              </a:rPr>
              <a:t>Evaluated against labeled vulnerable and clean control datasets (tests/benchmark).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Synthetic Secret Ground Truth: </a:t>
            </a:r>
            <a:r>
              <a:rPr sz="1100" b="0">
                <a:solidFill>
                  <a:srgbClr val="64748B"/>
                </a:solidFill>
                <a:latin typeface="Segoe UI"/>
              </a:rPr>
              <a:t>Injected active patterns for AWS, GitHub, Slack, Stripe, JWT, OpenAI, and DB URLs alongside benign strings.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SCA Advisory Verification: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Cross-checked CVE-2018-18074, CVE-2024-35195, CVE-2020-14343, and CVE-2023-37276 against official NVD/GHSA records.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Triple-Run Determinism: </a:t>
            </a:r>
            <a:r>
              <a:rPr sz="1100" b="0">
                <a:solidFill>
                  <a:srgbClr val="64748B"/>
                </a:solidFill>
                <a:latin typeface="Segoe UI"/>
              </a:rPr>
              <a:t>Executed 3 identical successive runs to verify fingerprint stability and deterministic ordering.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Controlled Test Fixtures Executed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tests/benchmark/manifest.json: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10 labeled vulnerabilities in vulnerable/app.py and secrets.py; clean/app.py control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Synthetic Secret Fixtures: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tp_secrets.py (7 valid provider tokens) vs fp_controls.py (10 common non-secret tokens)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SAST Vulnerability Fixtures: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vulnerable_suite.py (SQLi, CMDi, Codei, Deser, MD5) vs clean_suite.py (Safe idioms)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SCA Manifest Fixtures: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vulnerable_reqs (PyYAML 5.3.1, requests 2.19.1) vs patched_reqs (patched packages)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Masking Verification Suite: </a:t>
            </a:r>
            <a:r>
              <a:rPr sz="1100" b="0">
                <a:solidFill>
                  <a:srgbClr val="64748B"/>
                </a:solidFill>
                <a:latin typeface="Segoe UI"/>
              </a:rPr>
              <a:t>creds.py evaluated in FULL, MASKED, and SMART secret display modes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Empirical Benchmark Results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1.000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SECRET PRECISION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0 False Positives on Clean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Segoe UI"/>
              </a:defRPr>
            </a:pPr>
            <a:r>
              <a:t>1.000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SECRET RECALL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7/7 Synthetic Tokens Caught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1.000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SCA PRECISION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6/6 CVEs Matched (0 Clean FPs)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DETERMINISM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Identical Fingerprints across 3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Comprehensive Benchmark Summary Across Suites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Consolas"/>
              </a:defRPr>
            </a:pPr>
            <a:r>
              <a:t>Test Suite Domain                      Expected   Detected   FP     FN     Prec.    Recall   Verdict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Built-in Benchmark (tests/benchmark)   10         10         0      0      1.000    1.000    PASSED (Gate &gt;= 0.70 / 0.80)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Secret Detection Engine (tp vs fp)     7          7          0      0      1.000    1.000    PASSED (Zero token leakage)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Vulnerability SAST (Clean vs Vuln)     5          5 (1 overlap) 0      0      1.000    1.000    PASSED (Safe SQL &amp; shell=False rejected)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Dependency Scanner (SCA CVEs)          5          6 (Multi-CVE) 0      0      1.000    1.000    PASSED (Official NVD Verified)</a:t>
            </a:r>
          </a:p>
          <a:p>
            <a:pPr>
              <a:spcAft>
                <a:spcPts val="300"/>
              </a:spcAft>
              <a:defRPr sz="950">
                <a:solidFill>
                  <a:srgbClr val="EF4444"/>
                </a:solidFill>
                <a:latin typeface="Consolas"/>
              </a:defRPr>
            </a:pPr>
            <a:r>
              <a:t>Enterprise AST Pipeline (--enterprise) 5          4          3      1      0.571    0.800    DEFICIENCY (Drops secrets; FPs on shell=False)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Critical Findings &amp; Mode Discrepancies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Enterprise Mode Secrets Omission (High Severity)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When --enterprise is invoked, ScanEngine._scan_enterprise runs AnalysisPipeline and dependency scanning, omitting SecretsScanner. Hardcoded secrets (AWS keys, GitHub tokens) detected in Standard Mode are completely missed in Enterprise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Enterprise AST False Positives on Safe Idioms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Enterprise mode flags safe parameterized queries (cursor.execute('... ?', ...)) and safe subprocess calls (subprocess.run(['echo'], shell=False)) as vulnerabilities because AST sink matching lacks the validation engine's parameter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Standard Mode Regex Heuristic Blindspots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SEC008 (Path Traversal) and SEC009 (SSRF) rely on parameter names matching request|input|args. If user input is passed as user_path or target_url, Standard Mode misses the injection.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77639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SEC007 YAML Deserialization Lookahead Flaw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Rule SEC007 matches yaml.load\s*\((?!.*Loader). When vulnerable code specifies Loader=yaml.Loader (the unsafe PyYAML default), the negative lookahead prevents the rule from firing.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Secret Display Modes &amp; Redaction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MASKED Mode (Default Safe)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Redacts all sensitive tokens uniformly with asterisks.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OUTPUT SAMPLE:</a:t>
            </a:r>
          </a:p>
          <a:p>
            <a:pPr>
              <a:spcAft>
                <a:spcPts val="1600"/>
              </a:spcAft>
              <a:defRPr sz="1000">
                <a:solidFill>
                  <a:srgbClr val="2563EB"/>
                </a:solidFill>
                <a:latin typeface="Consolas"/>
              </a:defRPr>
            </a:pPr>
            <a:r>
              <a:t>ghp_********************************ghij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Zero sensitive characters exposed. Suitable for public reports, shared CI logs, and third-party audits.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645920"/>
            <a:ext cx="34290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SMART Mode (Context-Aware)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Masks production secrets; exposes trivial/default passwords.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OUTPUT SAMPLE:</a:t>
            </a:r>
          </a:p>
          <a:p>
            <a:pPr>
              <a:spcAft>
                <a:spcPts val="1600"/>
              </a:spcAft>
              <a:defRPr sz="1000">
                <a:solidFill>
                  <a:srgbClr val="2563EB"/>
                </a:solidFill>
                <a:latin typeface="Consolas"/>
              </a:defRPr>
            </a:pPr>
            <a:r>
              <a:t>sk-9***************1x0w  (prod)</a:t>
            </a:r>
            <a:br/>
            <a:r>
              <a:t>DB_PASSWORD = "SuperSecret2024!" (weak)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Accelerates remediation on local dev machines while preventing accidental leakage of real API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45920"/>
            <a:ext cx="34290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1783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FULL Mode (Debug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Displays complete unmasked tokens in report findings.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OUTPUT SAMPLE:</a:t>
            </a:r>
          </a:p>
          <a:p>
            <a:pPr>
              <a:spcAft>
                <a:spcPts val="1600"/>
              </a:spcAft>
              <a:defRPr sz="1000">
                <a:solidFill>
                  <a:srgbClr val="2563EB"/>
                </a:solidFill>
                <a:latin typeface="Consolas"/>
              </a:defRPr>
            </a:pPr>
            <a:r>
              <a:t>ghp_ABCDEFGHIJKLMNOPQRSTUVWXYZabcdef12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Guarded by CLI warning: Only enabled when developer explicitly specifies --show-secrets or FULL mode.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Challenges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  <a:latin typeface="Segoe UI"/>
              </a:defRPr>
            </a:pPr>
            <a:r>
              <a:t>Current Technical Limitations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Offline CVE Vulnerability Database: </a:t>
            </a:r>
            <a:r>
              <a:rPr sz="1100" b="0">
                <a:solidFill>
                  <a:srgbClr val="64748B"/>
                </a:solidFill>
                <a:latin typeface="Segoe UI"/>
              </a:rPr>
              <a:t>SCA matcher relies on a static internal dictionary (~10 core packages). Unknown or newer CVEs require live NVD/OSV API feeds.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Enterprise AST Over-Reporting: </a:t>
            </a:r>
            <a:r>
              <a:rPr sz="1100" b="0">
                <a:solidFill>
                  <a:srgbClr val="64748B"/>
                </a:solidFill>
                <a:latin typeface="Segoe UI"/>
              </a:rPr>
              <a:t>AST matching currently bypasses the validation engine's parameter checks, flagging safe shell=False calls.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Cross-File Taint Tracking Depth: </a:t>
            </a:r>
            <a:r>
              <a:rPr sz="1100" b="0">
                <a:solidFill>
                  <a:srgbClr val="64748B"/>
                </a:solidFill>
                <a:latin typeface="Segoe UI"/>
              </a:rPr>
              <a:t>Inter-procedural data-flow analysis is constrained to single repositories without whole-program global pointer analysis.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Regex Keyword Coupling: </a:t>
            </a:r>
            <a:r>
              <a:rPr sz="1100" b="0">
                <a:solidFill>
                  <a:srgbClr val="64748B"/>
                </a:solidFill>
                <a:latin typeface="Segoe UI"/>
              </a:rPr>
              <a:t>Certain SAST rules (SEC008/SEC009) depend on variable naming conventions rather than pure dataflow reaching dangerous sinks.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Strategic Roadmap &amp; Future Scope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Unified Pipeline Consolidation: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Bridge SecretsScanner directly into AnalysisPipeline so --enterprise never misses credentials.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Dynamic CVE Feed Synchronization: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Integrate real-time OSV / GitHub Advisory GraphQL database caching for continuous SCA coverage.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Context-Aware AST Sanitizer: </a:t>
            </a:r>
            <a:r>
              <a:rPr sz="1100" b="0">
                <a:solidFill>
                  <a:srgbClr val="64748B"/>
                </a:solidFill>
                <a:latin typeface="Segoe UI"/>
              </a:rPr>
              <a:t>Port validation_engine.py checks into ast_analyzer.py to eliminate AST false positives on safe idioms.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IDE Plugins &amp; Pre-Commit Hooks: </a:t>
            </a:r>
            <a:r>
              <a:rPr sz="1100" b="0">
                <a:solidFill>
                  <a:srgbClr val="64748B"/>
                </a:solidFill>
                <a:latin typeface="Segoe UI"/>
              </a:rPr>
              <a:t>Develop native VS Code and JetBrains sidecars for real-time in-editor vulnerability squiggles.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Conclusion &amp; Operational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Audit Verdict &amp; Readiness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Standard SAST &amp; Secret Engine: </a:t>
            </a:r>
            <a:r>
              <a:rPr sz="1100" b="0">
                <a:solidFill>
                  <a:srgbClr val="94A3B8"/>
                </a:solidFill>
                <a:latin typeface="Segoe UI"/>
              </a:rPr>
              <a:t>Production-ready with 100% precision on benchmark credentials and 0 false positives on clean control suites.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SCA Dependency Verification: </a:t>
            </a:r>
            <a:r>
              <a:rPr sz="1100" b="0">
                <a:solidFill>
                  <a:srgbClr val="94A3B8"/>
                </a:solidFill>
                <a:latin typeface="Segoe UI"/>
              </a:rPr>
              <a:t>Flawlessly matches NVD/GHSA advisories with precise version specifier parsing and zero spurious alerts.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Report &amp; Export Standard: </a:t>
            </a:r>
            <a:r>
              <a:rPr sz="1100" b="0">
                <a:solidFill>
                  <a:srgbClr val="94A3B8"/>
                </a:solidFill>
                <a:latin typeface="Segoe UI"/>
              </a:rPr>
              <a:t>OASIS SARIF 2.1.0 and CycloneDX SBOM outputs pass all structural compliance audits.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Primary Action Item: </a:t>
            </a:r>
            <a:r>
              <a:rPr sz="1100" b="0">
                <a:solidFill>
                  <a:srgbClr val="94A3B8"/>
                </a:solidFill>
                <a:latin typeface="Segoe UI"/>
              </a:rPr>
              <a:t>Resolve the Enterprise Mode secret scanning omission prior to deprecating Standard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Live Active Services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Web Frontend (Next.js 16 / React 19):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http://localhost:3000
Active &amp; Serving | Full KPI Dashboard &amp; Scan Wizard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REST API Backend (Waitress WSGI):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http://localhost:8443
Active &amp; Healthy | /health endpoint validated (3.0.1)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SQLite Store (src/myscan.db):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Active WAL Mode | Scans, Triage state &amp; audit history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Unit &amp; Integration Test Suite: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574 Tests Passing (100% success rate across all modules)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